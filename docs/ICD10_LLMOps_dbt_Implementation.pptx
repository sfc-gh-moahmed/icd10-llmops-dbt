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ICD-10 LLMOps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9B5E8"/>
                </a:solidFill>
              </a:defRPr>
            </a:pPr>
            <a:r>
              <a:t>dbt Implementation Guide for Agilon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Executive Summary &amp; Objectives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Architecture Overview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SP vs dbt: Key Differences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Project Structure &amp; Setup Guide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dbt Model Deep Dive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Streamlit Dashboard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Integration Guide &amp; Best Practices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POC Results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Replicated Agilon Production SP logic using dbt on Snowflake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Maintains feature parity: batch grouping, structured prompts, JSON output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Adds dbt benefits: version control, testing, lineage, modularity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Streamlit dashboard for monitoring and visualization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Ready for integration into existing dbt project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286000" cy="164592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SOURCE DATA</a:t>
            </a:r>
            <a:br/>
            <a:br/>
            <a:r>
              <a:t>• BATCHED_EVENTS</a:t>
            </a:r>
            <a:br/>
            <a:r>
              <a:t>• GROUND_TRUTH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2194560"/>
            <a:ext cx="731520" cy="457200"/>
          </a:xfrm>
          <a:prstGeom prst="rightArrow">
            <a:avLst/>
          </a:prstGeom>
          <a:solidFill>
            <a:srgbClr val="29B5E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371600"/>
            <a:ext cx="4572000" cy="228600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39" y="1463040"/>
            <a:ext cx="43891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dbt PROJECT</a:t>
            </a:r>
            <a:br/>
            <a:br/>
            <a:r>
              <a:t>Staging → LLM Extraction → Evaluation</a:t>
            </a:r>
            <a:br/>
            <a:br/>
            <a:r>
              <a:t>• llm_sp_results (Cortex COMPLETE)</a:t>
            </a:r>
            <a:br/>
            <a:r>
              <a:t>• llm_extracted_codes</a:t>
            </a:r>
            <a:br/>
            <a:r>
              <a:t>• eval_metrics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321040" y="2194560"/>
            <a:ext cx="731520" cy="457200"/>
          </a:xfrm>
          <a:prstGeom prst="rightArrow">
            <a:avLst/>
          </a:prstGeom>
          <a:solidFill>
            <a:srgbClr val="29B5E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0" y="1645920"/>
            <a:ext cx="2560320" cy="1645920"/>
          </a:xfrm>
          <a:prstGeom prst="round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828800"/>
            <a:ext cx="2377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STREAMLIT</a:t>
            </a:r>
            <a:br/>
            <a:r>
              <a:t>DASHBOARD</a:t>
            </a:r>
            <a:br/>
            <a:br/>
            <a:r>
              <a:t>• Visualization</a:t>
            </a:r>
            <a:br/>
            <a:r>
              <a:t>•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114800"/>
            <a:ext cx="3657600" cy="1371600"/>
          </a:xfrm>
          <a:prstGeom prst="roundRect">
            <a:avLst/>
          </a:prstGeom>
          <a:solidFill>
            <a:srgbClr val="29B5E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4206240"/>
            <a:ext cx="3474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SNOWFLAKE CORTEX</a:t>
            </a:r>
            <a:br/>
            <a:br/>
            <a:r>
              <a:t>claude-3-5-sonnet</a:t>
            </a:r>
            <a:br/>
            <a:r>
              <a:t>Structured JSON Output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760720" y="3657600"/>
            <a:ext cx="365760" cy="457200"/>
          </a:xfrm>
          <a:prstGeom prst="downArrow">
            <a:avLst/>
          </a:prstGeom>
          <a:solidFill>
            <a:srgbClr val="11567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Original SP vs dbt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64008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Original Stored Procedure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640080"/>
          </a:xfrm>
          <a:prstGeom prst="round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dbt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Python (Snowpark) language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CALL procedure_name()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YAML config in Snowflake stage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Python loops for batch processing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Manual version control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No built-in testing framework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Limited visibility into lineage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SQL + Jinja2 templating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EXECUTE DBT PROJECT command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dbt_project.yml configuration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SQL GROUP BY + LISTAGG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Git-integrated versioning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dbt test framework included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Full DAG visibility &amp; lineage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Feature Parity: What's Preserved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Batch Grouping: Groups all batches per patient using SQL LISTAGG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System + User Messages: Production prompts embedded in SQL model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Structured JSON Output: Same schema (icd10_codes, justification, evidence)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Evidence-backed Codes: Parsed and flattened into separate table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Batch Group Summaries: 5-8 line clinical summaries per patient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Runtime Variables: experiment_id, experiment_name, model_name via dbt vars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dbt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models/staging/ - View models for source data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models/llm_extraction/ - LLM call and parsing logic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models/evaluation/ - Metrics calculation models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dbt_project.yml - Project configuration &amp; variables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sources.yml - Source table definitions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5760720" cy="50292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DCFE"/>
                </a:solidFill>
                <a:latin typeface="Courier New"/>
              </a:defRPr>
            </a:pPr>
            <a:r>
              <a:t>icd10_llmops/</a:t>
            </a:r>
            <a:br/>
            <a:r>
              <a:t>├── dbt_project.yml</a:t>
            </a:r>
            <a:br/>
            <a:r>
              <a:t>├── profiles.yml</a:t>
            </a:r>
            <a:br/>
            <a:r>
              <a:t>├── models/</a:t>
            </a:r>
            <a:br/>
            <a:r>
              <a:t>│   ├── sources.yml</a:t>
            </a:r>
            <a:br/>
            <a:r>
              <a:t>│   ├── staging/</a:t>
            </a:r>
            <a:br/>
            <a:r>
              <a:t>│   │   ├── stg_batched_events.sql</a:t>
            </a:r>
            <a:br/>
            <a:r>
              <a:t>│   │   └── stg_ground_truth.sql</a:t>
            </a:r>
            <a:br/>
            <a:r>
              <a:t>│   ├── llm_extraction/</a:t>
            </a:r>
            <a:br/>
            <a:r>
              <a:t>│   │   ├── llm_sp_results.sql</a:t>
            </a:r>
            <a:br/>
            <a:r>
              <a:t>│   │   ├── llm_extracted_codes.sql</a:t>
            </a:r>
            <a:br/>
            <a:r>
              <a:t>│   │   └── llm_call_log.sql</a:t>
            </a:r>
            <a:br/>
            <a:r>
              <a:t>│   └── evaluation/</a:t>
            </a:r>
            <a:br/>
            <a:r>
              <a:t>│       ├── eval_code_matches.sql</a:t>
            </a:r>
            <a:br/>
            <a:r>
              <a:t>│       ├── eval_metrics_per_record.sql</a:t>
            </a:r>
            <a:br/>
            <a:r>
              <a:t>│       └── eval_experiment_summary.sql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Setup Guide: Key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Step 1: Configure profiles.yml with Snowflake connection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Step 2: Define sources in models/sources.yml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Step 3: Copy model files to your project structure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Step 4: Update dbt_project.yml with variables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Step 5: Deploy with: snow dbt deploy PROJECT_NAME --database DB --schema SCHEMA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Step 6: Execute with: EXECUTE DBT PROJECT DB.SCHEMA.PROJECT_NAME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Core Model: llm_sp_results.sql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Groups batches per patient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Builds system + user messages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Calls SNOWFLAKE.CORTEX.COMPLETE()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Parses JSON response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Extracts codes, summary,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5760720" cy="5029200"/>
          </a:xfrm>
          <a:prstGeom prst="round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15544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CDCFE"/>
                </a:solidFill>
                <a:latin typeface="Courier New"/>
              </a:defRPr>
            </a:pPr>
            <a:r>
              <a:t>-- Key sections of llm_sp_results.sql</a:t>
            </a:r>
            <a:br/>
            <a:br/>
            <a:r>
              <a:t>batch_groups AS (</a:t>
            </a:r>
            <a:br/>
            <a:r>
              <a:t>  SELECT patient_id,</a:t>
            </a:r>
            <a:br/>
            <a:r>
              <a:t>    LISTAGG(clinical_text, '\n\n')</a:t>
            </a:r>
            <a:br/>
            <a:r>
              <a:t>      WITHIN GROUP (ORDER BY batch_number)</a:t>
            </a:r>
            <a:br/>
            <a:r>
              <a:t>      AS combined_clinical_text</a:t>
            </a:r>
            <a:br/>
            <a:r>
              <a:t>  FROM source_data</a:t>
            </a:r>
            <a:br/>
            <a:r>
              <a:t>  GROUP BY patient_id</a:t>
            </a:r>
            <a:br/>
            <a:r>
              <a:t>),</a:t>
            </a:r>
            <a:br/>
            <a:br/>
            <a:r>
              <a:t>llm_calls AS (</a:t>
            </a:r>
            <a:br/>
            <a:r>
              <a:t>  SELECT</a:t>
            </a:r>
            <a:br/>
            <a:r>
              <a:t>    SNOWFLAKE.CORTEX.COMPLETE(</a:t>
            </a:r>
            <a:br/>
            <a:r>
              <a:t>      'claude-3-5-sonnet',</a:t>
            </a:r>
            <a:br/>
            <a:r>
              <a:t>      [</a:t>
            </a:r>
            <a:br/>
            <a:r>
              <a:t>        {'role': 'system', 'content': '...'},</a:t>
            </a:r>
            <a:br/>
            <a:r>
              <a:t>        {'role': 'user', 'content': '...'</a:t>
            </a:r>
            <a:br/>
            <a:r>
              <a:t>           || combined_clinical_text}</a:t>
            </a:r>
            <a:br/>
            <a:r>
              <a:t>      ],</a:t>
            </a:r>
            <a:br/>
            <a:r>
              <a:t>      {'max_tokens': 8000, 'temperature': 0}</a:t>
            </a:r>
            <a:br/>
            <a:r>
              <a:t>    ) AS llm_raw_response</a:t>
            </a:r>
            <a:br/>
            <a:r>
              <a:t>  FROM batch_groups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Streamlit Dashboard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Step 1: Source Data Overview - View patient events &amp; ground truth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Step 2: Pipeline Execution - One-click dbt run button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Step 3: Results Visualization - Codes with justifications &amp; evidence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Step 4: Evaluation Metrics - Precision, Recall, F1 with drill-down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Deployed to Snowflake using: snow streamlit deploy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Uses get_active_session() for native Snowflake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POC Results: Evaluation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18288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47.5%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828800"/>
            <a:ext cx="2560320" cy="182880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1168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63.3%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1089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2560320" cy="1828800"/>
          </a:xfrm>
          <a:prstGeom prst="round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54.3%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089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F1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828800"/>
            <a:ext cx="2560320" cy="1828800"/>
          </a:xfrm>
          <a:prstGeom prst="roundRect">
            <a:avLst/>
          </a:prstGeom>
          <a:solidFill>
            <a:srgbClr val="E67E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201168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1089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Total Codes Extracted: 40 | Expected: 30 | True Positives: 19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Best Performer: Patient 1010 (F1: 86%, Perfect Recall)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Production SP Logic Successfully Replicated in dbt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Integration: Adding to Your dbt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1. Add source definitions to your existing sources.yml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2. Copy staging, llm_extraction, and evaluation models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3. Add ICD-10 variables to dbt_project.yml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4. Customize prompts in llm_sp_results.sql as needed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5. Tag models with 'icd10' for selective runs: dbt run --select tag:icd10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6. Schedule via dbt Cloud, Airflow, or Snowflake Tasks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Keep staging models as views (fast, no storage cost)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Materialize LLM extraction as tables (cache expensive calls)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Use TRY_PARSE_JSON for safe JSON handling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Add filters during development to limit LLM API costs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Add dbt tests for data quality validation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Document models in schema.yml for auto-generated docs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Review and customize prompts for your specific use case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Integrate models into existing dbt project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Set up CI/CD pipeline for automated deployments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Configure scheduling (dbt Cloud, Airflow, or Snowflake Tasks)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Expand evaluation metrics as needed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</a:defRPr>
            </a:pPr>
            <a:r>
              <a:t>• Scale to full patient population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9B5E8"/>
                </a:solidFill>
              </a:defRPr>
            </a:pPr>
            <a:r>
              <a:t>Questions? Contact your Snowflake Solutions Architect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